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96" r:id="rId1"/>
  </p:sldMasterIdLst>
  <p:sldIdLst>
    <p:sldId id="256" r:id="rId2"/>
  </p:sldIdLst>
  <p:sldSz cx="43891200" cy="329184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5F62AD5F-6708-4A32-9B09-E99F6BA2186A}" v="10" dt="2022-02-26T22:02:24.948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0449" autoAdjust="0"/>
    <p:restoredTop sz="94660"/>
  </p:normalViewPr>
  <p:slideViewPr>
    <p:cSldViewPr snapToGrid="0">
      <p:cViewPr>
        <p:scale>
          <a:sx n="20" d="100"/>
          <a:sy n="20" d="100"/>
        </p:scale>
        <p:origin x="1224" y="10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microsoft.com/office/2015/10/relationships/revisionInfo" Target="revisionInfo.xml"/><Relationship Id="rId3" Type="http://schemas.openxmlformats.org/officeDocument/2006/relationships/presProps" Target="presProps.xml"/><Relationship Id="rId7" Type="http://schemas.microsoft.com/office/2016/11/relationships/changesInfo" Target="changesInfos/changesInfo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Greg Johnson" userId="5a7d3f447d790330" providerId="LiveId" clId="{5F62AD5F-6708-4A32-9B09-E99F6BA2186A}"/>
    <pc:docChg chg="undo custSel addSld modSld modMainMaster">
      <pc:chgData name="Greg Johnson" userId="5a7d3f447d790330" providerId="LiveId" clId="{5F62AD5F-6708-4A32-9B09-E99F6BA2186A}" dt="2022-02-26T22:04:32.278" v="428" actId="408"/>
      <pc:docMkLst>
        <pc:docMk/>
      </pc:docMkLst>
      <pc:sldChg chg="addSp delSp modSp new mod">
        <pc:chgData name="Greg Johnson" userId="5a7d3f447d790330" providerId="LiveId" clId="{5F62AD5F-6708-4A32-9B09-E99F6BA2186A}" dt="2022-02-26T22:04:32.278" v="428" actId="408"/>
        <pc:sldMkLst>
          <pc:docMk/>
          <pc:sldMk cId="3438016860" sldId="256"/>
        </pc:sldMkLst>
        <pc:spChg chg="add mod">
          <ac:chgData name="Greg Johnson" userId="5a7d3f447d790330" providerId="LiveId" clId="{5F62AD5F-6708-4A32-9B09-E99F6BA2186A}" dt="2022-02-26T22:03:48.136" v="410" actId="404"/>
          <ac:spMkLst>
            <pc:docMk/>
            <pc:sldMk cId="3438016860" sldId="256"/>
            <ac:spMk id="2" creationId="{BC507B73-62C2-457D-B64C-0ACE52C60744}"/>
          </ac:spMkLst>
        </pc:spChg>
        <pc:spChg chg="del">
          <ac:chgData name="Greg Johnson" userId="5a7d3f447d790330" providerId="LiveId" clId="{5F62AD5F-6708-4A32-9B09-E99F6BA2186A}" dt="2022-02-26T19:20:38.232" v="2" actId="478"/>
          <ac:spMkLst>
            <pc:docMk/>
            <pc:sldMk cId="3438016860" sldId="256"/>
            <ac:spMk id="2" creationId="{F8A459D1-E40E-4CE5-9C87-D023CF7D10ED}"/>
          </ac:spMkLst>
        </pc:spChg>
        <pc:spChg chg="add mod">
          <ac:chgData name="Greg Johnson" userId="5a7d3f447d790330" providerId="LiveId" clId="{5F62AD5F-6708-4A32-9B09-E99F6BA2186A}" dt="2022-02-26T22:03:23.623" v="409" actId="1036"/>
          <ac:spMkLst>
            <pc:docMk/>
            <pc:sldMk cId="3438016860" sldId="256"/>
            <ac:spMk id="3" creationId="{B2A45192-D528-48D7-9905-D944566680AC}"/>
          </ac:spMkLst>
        </pc:spChg>
        <pc:spChg chg="del">
          <ac:chgData name="Greg Johnson" userId="5a7d3f447d790330" providerId="LiveId" clId="{5F62AD5F-6708-4A32-9B09-E99F6BA2186A}" dt="2022-02-26T19:20:35.869" v="1" actId="478"/>
          <ac:spMkLst>
            <pc:docMk/>
            <pc:sldMk cId="3438016860" sldId="256"/>
            <ac:spMk id="3" creationId="{DB79FF7F-C5B6-4B51-A638-90B9CED3803A}"/>
          </ac:spMkLst>
        </pc:spChg>
        <pc:spChg chg="add del mod">
          <ac:chgData name="Greg Johnson" userId="5a7d3f447d790330" providerId="LiveId" clId="{5F62AD5F-6708-4A32-9B09-E99F6BA2186A}" dt="2022-02-26T22:02:12.265" v="293" actId="478"/>
          <ac:spMkLst>
            <pc:docMk/>
            <pc:sldMk cId="3438016860" sldId="256"/>
            <ac:spMk id="4" creationId="{36A78EA5-C4CB-4F7E-BF57-5F62598D521D}"/>
          </ac:spMkLst>
        </pc:spChg>
        <pc:spChg chg="add del mod">
          <ac:chgData name="Greg Johnson" userId="5a7d3f447d790330" providerId="LiveId" clId="{5F62AD5F-6708-4A32-9B09-E99F6BA2186A}" dt="2022-02-26T22:02:15.342" v="294" actId="478"/>
          <ac:spMkLst>
            <pc:docMk/>
            <pc:sldMk cId="3438016860" sldId="256"/>
            <ac:spMk id="5" creationId="{FA605CA1-D7D7-44A2-BC3D-CEE7050BAC07}"/>
          </ac:spMkLst>
        </pc:spChg>
        <pc:spChg chg="add mod">
          <ac:chgData name="Greg Johnson" userId="5a7d3f447d790330" providerId="LiveId" clId="{5F62AD5F-6708-4A32-9B09-E99F6BA2186A}" dt="2022-02-26T22:04:32.278" v="428" actId="408"/>
          <ac:spMkLst>
            <pc:docMk/>
            <pc:sldMk cId="3438016860" sldId="256"/>
            <ac:spMk id="6" creationId="{CE228589-2599-4024-A25B-D9235086B7B3}"/>
          </ac:spMkLst>
        </pc:spChg>
        <pc:spChg chg="add mod">
          <ac:chgData name="Greg Johnson" userId="5a7d3f447d790330" providerId="LiveId" clId="{5F62AD5F-6708-4A32-9B09-E99F6BA2186A}" dt="2022-02-26T22:04:25.131" v="427" actId="1038"/>
          <ac:spMkLst>
            <pc:docMk/>
            <pc:sldMk cId="3438016860" sldId="256"/>
            <ac:spMk id="7" creationId="{B3C060CD-7F3B-443A-BF70-CE862A6AAF38}"/>
          </ac:spMkLst>
        </pc:spChg>
      </pc:sldChg>
      <pc:sldMasterChg chg="delSp mod addSldLayout delSldLayout modSldLayout">
        <pc:chgData name="Greg Johnson" userId="5a7d3f447d790330" providerId="LiveId" clId="{5F62AD5F-6708-4A32-9B09-E99F6BA2186A}" dt="2022-02-26T19:42:10.972" v="16" actId="478"/>
        <pc:sldMasterMkLst>
          <pc:docMk/>
          <pc:sldMasterMk cId="1775525276" sldId="2147483696"/>
        </pc:sldMasterMkLst>
        <pc:spChg chg="del">
          <ac:chgData name="Greg Johnson" userId="5a7d3f447d790330" providerId="LiveId" clId="{5F62AD5F-6708-4A32-9B09-E99F6BA2186A}" dt="2022-02-26T19:42:06.380" v="15" actId="478"/>
          <ac:spMkLst>
            <pc:docMk/>
            <pc:sldMasterMk cId="1775525276" sldId="2147483696"/>
            <ac:spMk id="2" creationId="{00000000-0000-0000-0000-000000000000}"/>
          </ac:spMkLst>
        </pc:spChg>
        <pc:spChg chg="del">
          <ac:chgData name="Greg Johnson" userId="5a7d3f447d790330" providerId="LiveId" clId="{5F62AD5F-6708-4A32-9B09-E99F6BA2186A}" dt="2022-02-26T19:42:06.380" v="15" actId="478"/>
          <ac:spMkLst>
            <pc:docMk/>
            <pc:sldMasterMk cId="1775525276" sldId="2147483696"/>
            <ac:spMk id="3" creationId="{00000000-0000-0000-0000-000000000000}"/>
          </ac:spMkLst>
        </pc:spChg>
        <pc:spChg chg="del">
          <ac:chgData name="Greg Johnson" userId="5a7d3f447d790330" providerId="LiveId" clId="{5F62AD5F-6708-4A32-9B09-E99F6BA2186A}" dt="2022-02-26T19:42:06.380" v="15" actId="478"/>
          <ac:spMkLst>
            <pc:docMk/>
            <pc:sldMasterMk cId="1775525276" sldId="2147483696"/>
            <ac:spMk id="4" creationId="{00000000-0000-0000-0000-000000000000}"/>
          </ac:spMkLst>
        </pc:spChg>
        <pc:spChg chg="del">
          <ac:chgData name="Greg Johnson" userId="5a7d3f447d790330" providerId="LiveId" clId="{5F62AD5F-6708-4A32-9B09-E99F6BA2186A}" dt="2022-02-26T19:42:06.380" v="15" actId="478"/>
          <ac:spMkLst>
            <pc:docMk/>
            <pc:sldMasterMk cId="1775525276" sldId="2147483696"/>
            <ac:spMk id="5" creationId="{00000000-0000-0000-0000-000000000000}"/>
          </ac:spMkLst>
        </pc:spChg>
        <pc:spChg chg="del">
          <ac:chgData name="Greg Johnson" userId="5a7d3f447d790330" providerId="LiveId" clId="{5F62AD5F-6708-4A32-9B09-E99F6BA2186A}" dt="2022-02-26T19:42:06.380" v="15" actId="478"/>
          <ac:spMkLst>
            <pc:docMk/>
            <pc:sldMasterMk cId="1775525276" sldId="2147483696"/>
            <ac:spMk id="6" creationId="{00000000-0000-0000-0000-000000000000}"/>
          </ac:spMkLst>
        </pc:spChg>
        <pc:sldLayoutChg chg="delSp mod">
          <pc:chgData name="Greg Johnson" userId="5a7d3f447d790330" providerId="LiveId" clId="{5F62AD5F-6708-4A32-9B09-E99F6BA2186A}" dt="2022-02-26T19:42:10.972" v="16" actId="478"/>
          <pc:sldLayoutMkLst>
            <pc:docMk/>
            <pc:sldMasterMk cId="1775525276" sldId="2147483696"/>
            <pc:sldLayoutMk cId="1457160881" sldId="2147483697"/>
          </pc:sldLayoutMkLst>
          <pc:spChg chg="del">
            <ac:chgData name="Greg Johnson" userId="5a7d3f447d790330" providerId="LiveId" clId="{5F62AD5F-6708-4A32-9B09-E99F6BA2186A}" dt="2022-02-26T19:42:10.972" v="16" actId="478"/>
            <ac:spMkLst>
              <pc:docMk/>
              <pc:sldMasterMk cId="1775525276" sldId="2147483696"/>
              <pc:sldLayoutMk cId="1457160881" sldId="2147483697"/>
              <ac:spMk id="2" creationId="{00000000-0000-0000-0000-000000000000}"/>
            </ac:spMkLst>
          </pc:spChg>
          <pc:spChg chg="del">
            <ac:chgData name="Greg Johnson" userId="5a7d3f447d790330" providerId="LiveId" clId="{5F62AD5F-6708-4A32-9B09-E99F6BA2186A}" dt="2022-02-26T19:42:10.972" v="16" actId="478"/>
            <ac:spMkLst>
              <pc:docMk/>
              <pc:sldMasterMk cId="1775525276" sldId="2147483696"/>
              <pc:sldLayoutMk cId="1457160881" sldId="2147483697"/>
              <ac:spMk id="3" creationId="{00000000-0000-0000-0000-000000000000}"/>
            </ac:spMkLst>
          </pc:spChg>
          <pc:spChg chg="del">
            <ac:chgData name="Greg Johnson" userId="5a7d3f447d790330" providerId="LiveId" clId="{5F62AD5F-6708-4A32-9B09-E99F6BA2186A}" dt="2022-02-26T19:42:10.972" v="16" actId="478"/>
            <ac:spMkLst>
              <pc:docMk/>
              <pc:sldMasterMk cId="1775525276" sldId="2147483696"/>
              <pc:sldLayoutMk cId="1457160881" sldId="2147483697"/>
              <ac:spMk id="4" creationId="{00000000-0000-0000-0000-000000000000}"/>
            </ac:spMkLst>
          </pc:spChg>
          <pc:spChg chg="del">
            <ac:chgData name="Greg Johnson" userId="5a7d3f447d790330" providerId="LiveId" clId="{5F62AD5F-6708-4A32-9B09-E99F6BA2186A}" dt="2022-02-26T19:42:10.972" v="16" actId="478"/>
            <ac:spMkLst>
              <pc:docMk/>
              <pc:sldMasterMk cId="1775525276" sldId="2147483696"/>
              <pc:sldLayoutMk cId="1457160881" sldId="2147483697"/>
              <ac:spMk id="5" creationId="{00000000-0000-0000-0000-000000000000}"/>
            </ac:spMkLst>
          </pc:spChg>
          <pc:spChg chg="del">
            <ac:chgData name="Greg Johnson" userId="5a7d3f447d790330" providerId="LiveId" clId="{5F62AD5F-6708-4A32-9B09-E99F6BA2186A}" dt="2022-02-26T19:42:10.972" v="16" actId="478"/>
            <ac:spMkLst>
              <pc:docMk/>
              <pc:sldMasterMk cId="1775525276" sldId="2147483696"/>
              <pc:sldLayoutMk cId="1457160881" sldId="2147483697"/>
              <ac:spMk id="6" creationId="{00000000-0000-0000-0000-000000000000}"/>
            </ac:spMkLst>
          </pc:spChg>
        </pc:sldLayoutChg>
        <pc:sldLayoutChg chg="new del mod">
          <pc:chgData name="Greg Johnson" userId="5a7d3f447d790330" providerId="LiveId" clId="{5F62AD5F-6708-4A32-9B09-E99F6BA2186A}" dt="2022-02-26T19:42:02.163" v="14" actId="2696"/>
          <pc:sldLayoutMkLst>
            <pc:docMk/>
            <pc:sldMasterMk cId="1775525276" sldId="2147483696"/>
            <pc:sldLayoutMk cId="2180788465" sldId="2147483698"/>
          </pc:sldLayoutMkLst>
        </pc:sldLayoutChg>
        <pc:sldLayoutChg chg="del">
          <pc:chgData name="Greg Johnson" userId="5a7d3f447d790330" providerId="LiveId" clId="{5F62AD5F-6708-4A32-9B09-E99F6BA2186A}" dt="2022-02-26T19:41:56.385" v="3" actId="2696"/>
          <pc:sldLayoutMkLst>
            <pc:docMk/>
            <pc:sldMasterMk cId="1775525276" sldId="2147483696"/>
            <pc:sldLayoutMk cId="3601376386" sldId="2147483698"/>
          </pc:sldLayoutMkLst>
        </pc:sldLayoutChg>
        <pc:sldLayoutChg chg="del">
          <pc:chgData name="Greg Johnson" userId="5a7d3f447d790330" providerId="LiveId" clId="{5F62AD5F-6708-4A32-9B09-E99F6BA2186A}" dt="2022-02-26T19:41:56.393" v="4" actId="2696"/>
          <pc:sldLayoutMkLst>
            <pc:docMk/>
            <pc:sldMasterMk cId="1775525276" sldId="2147483696"/>
            <pc:sldLayoutMk cId="4202368440" sldId="2147483699"/>
          </pc:sldLayoutMkLst>
        </pc:sldLayoutChg>
        <pc:sldLayoutChg chg="del">
          <pc:chgData name="Greg Johnson" userId="5a7d3f447d790330" providerId="LiveId" clId="{5F62AD5F-6708-4A32-9B09-E99F6BA2186A}" dt="2022-02-26T19:41:56.405" v="5" actId="2696"/>
          <pc:sldLayoutMkLst>
            <pc:docMk/>
            <pc:sldMasterMk cId="1775525276" sldId="2147483696"/>
            <pc:sldLayoutMk cId="4092945848" sldId="2147483700"/>
          </pc:sldLayoutMkLst>
        </pc:sldLayoutChg>
        <pc:sldLayoutChg chg="del">
          <pc:chgData name="Greg Johnson" userId="5a7d3f447d790330" providerId="LiveId" clId="{5F62AD5F-6708-4A32-9B09-E99F6BA2186A}" dt="2022-02-26T19:41:56.421" v="6" actId="2696"/>
          <pc:sldLayoutMkLst>
            <pc:docMk/>
            <pc:sldMasterMk cId="1775525276" sldId="2147483696"/>
            <pc:sldLayoutMk cId="1034229818" sldId="2147483701"/>
          </pc:sldLayoutMkLst>
        </pc:sldLayoutChg>
        <pc:sldLayoutChg chg="del">
          <pc:chgData name="Greg Johnson" userId="5a7d3f447d790330" providerId="LiveId" clId="{5F62AD5F-6708-4A32-9B09-E99F6BA2186A}" dt="2022-02-26T19:41:56.429" v="7" actId="2696"/>
          <pc:sldLayoutMkLst>
            <pc:docMk/>
            <pc:sldMasterMk cId="1775525276" sldId="2147483696"/>
            <pc:sldLayoutMk cId="3114817804" sldId="2147483702"/>
          </pc:sldLayoutMkLst>
        </pc:sldLayoutChg>
        <pc:sldLayoutChg chg="del">
          <pc:chgData name="Greg Johnson" userId="5a7d3f447d790330" providerId="LiveId" clId="{5F62AD5F-6708-4A32-9B09-E99F6BA2186A}" dt="2022-02-26T19:41:56.435" v="8" actId="2696"/>
          <pc:sldLayoutMkLst>
            <pc:docMk/>
            <pc:sldMasterMk cId="1775525276" sldId="2147483696"/>
            <pc:sldLayoutMk cId="421418075" sldId="2147483703"/>
          </pc:sldLayoutMkLst>
        </pc:sldLayoutChg>
        <pc:sldLayoutChg chg="del">
          <pc:chgData name="Greg Johnson" userId="5a7d3f447d790330" providerId="LiveId" clId="{5F62AD5F-6708-4A32-9B09-E99F6BA2186A}" dt="2022-02-26T19:41:56.446" v="9" actId="2696"/>
          <pc:sldLayoutMkLst>
            <pc:docMk/>
            <pc:sldMasterMk cId="1775525276" sldId="2147483696"/>
            <pc:sldLayoutMk cId="4260114111" sldId="2147483704"/>
          </pc:sldLayoutMkLst>
        </pc:sldLayoutChg>
        <pc:sldLayoutChg chg="del">
          <pc:chgData name="Greg Johnson" userId="5a7d3f447d790330" providerId="LiveId" clId="{5F62AD5F-6708-4A32-9B09-E99F6BA2186A}" dt="2022-02-26T19:41:56.454" v="10" actId="2696"/>
          <pc:sldLayoutMkLst>
            <pc:docMk/>
            <pc:sldMasterMk cId="1775525276" sldId="2147483696"/>
            <pc:sldLayoutMk cId="2935564249" sldId="2147483705"/>
          </pc:sldLayoutMkLst>
        </pc:sldLayoutChg>
        <pc:sldLayoutChg chg="del">
          <pc:chgData name="Greg Johnson" userId="5a7d3f447d790330" providerId="LiveId" clId="{5F62AD5F-6708-4A32-9B09-E99F6BA2186A}" dt="2022-02-26T19:41:56.463" v="11" actId="2696"/>
          <pc:sldLayoutMkLst>
            <pc:docMk/>
            <pc:sldMasterMk cId="1775525276" sldId="2147483696"/>
            <pc:sldLayoutMk cId="4058224224" sldId="2147483706"/>
          </pc:sldLayoutMkLst>
        </pc:sldLayoutChg>
        <pc:sldLayoutChg chg="del">
          <pc:chgData name="Greg Johnson" userId="5a7d3f447d790330" providerId="LiveId" clId="{5F62AD5F-6708-4A32-9B09-E99F6BA2186A}" dt="2022-02-26T19:41:56.472" v="12" actId="2696"/>
          <pc:sldLayoutMkLst>
            <pc:docMk/>
            <pc:sldMasterMk cId="1775525276" sldId="2147483696"/>
            <pc:sldLayoutMk cId="2778212411" sldId="2147483707"/>
          </pc:sldLayoutMkLst>
        </pc:sldLayoutChg>
      </pc:sldMaster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5716088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77552527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97" r:id="rId1"/>
  </p:sldLayoutIdLst>
  <p:txStyles>
    <p:titleStyle>
      <a:lvl1pPr algn="l" defTabSz="4389120" rtl="0" eaLnBrk="1" latinLnBrk="0" hangingPunct="1">
        <a:lnSpc>
          <a:spcPct val="90000"/>
        </a:lnSpc>
        <a:spcBef>
          <a:spcPct val="0"/>
        </a:spcBef>
        <a:buNone/>
        <a:defRPr sz="2112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1097280" indent="-1097280" algn="l" defTabSz="4389120" rtl="0" eaLnBrk="1" latinLnBrk="0" hangingPunct="1">
        <a:lnSpc>
          <a:spcPct val="90000"/>
        </a:lnSpc>
        <a:spcBef>
          <a:spcPts val="4800"/>
        </a:spcBef>
        <a:buFont typeface="Arial" panose="020B0604020202020204" pitchFamily="34" charset="0"/>
        <a:buChar char="•"/>
        <a:defRPr sz="13440" kern="1200">
          <a:solidFill>
            <a:schemeClr val="tx1"/>
          </a:solidFill>
          <a:latin typeface="+mn-lt"/>
          <a:ea typeface="+mn-ea"/>
          <a:cs typeface="+mn-cs"/>
        </a:defRPr>
      </a:lvl1pPr>
      <a:lvl2pPr marL="32918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11520" kern="1200">
          <a:solidFill>
            <a:schemeClr val="tx1"/>
          </a:solidFill>
          <a:latin typeface="+mn-lt"/>
          <a:ea typeface="+mn-ea"/>
          <a:cs typeface="+mn-cs"/>
        </a:defRPr>
      </a:lvl2pPr>
      <a:lvl3pPr marL="54864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9600" kern="1200">
          <a:solidFill>
            <a:schemeClr val="tx1"/>
          </a:solidFill>
          <a:latin typeface="+mn-lt"/>
          <a:ea typeface="+mn-ea"/>
          <a:cs typeface="+mn-cs"/>
        </a:defRPr>
      </a:lvl3pPr>
      <a:lvl4pPr marL="76809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987552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207008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426464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645920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8653760" indent="-1097280" algn="l" defTabSz="4389120" rtl="0" eaLnBrk="1" latinLnBrk="0" hangingPunct="1">
        <a:lnSpc>
          <a:spcPct val="90000"/>
        </a:lnSpc>
        <a:spcBef>
          <a:spcPts val="2400"/>
        </a:spcBef>
        <a:buFont typeface="Arial" panose="020B0604020202020204" pitchFamily="34" charset="0"/>
        <a:buChar char="•"/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1pPr>
      <a:lvl2pPr marL="21945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2pPr>
      <a:lvl3pPr marL="43891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3pPr>
      <a:lvl4pPr marL="65836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4pPr>
      <a:lvl5pPr marL="877824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5pPr>
      <a:lvl6pPr marL="1097280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6pPr>
      <a:lvl7pPr marL="1316736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7pPr>
      <a:lvl8pPr marL="1536192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8pPr>
      <a:lvl9pPr marL="17556480" algn="l" defTabSz="4389120" rtl="0" eaLnBrk="1" latinLnBrk="0" hangingPunct="1">
        <a:defRPr sz="864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C507B73-62C2-457D-B64C-0ACE52C60744}"/>
              </a:ext>
            </a:extLst>
          </p:cNvPr>
          <p:cNvSpPr txBox="1"/>
          <p:nvPr/>
        </p:nvSpPr>
        <p:spPr>
          <a:xfrm>
            <a:off x="1498600" y="1270000"/>
            <a:ext cx="40894000" cy="376385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20000"/>
              </a:lnSpc>
              <a:spcAft>
                <a:spcPts val="1200"/>
              </a:spcAft>
            </a:pPr>
            <a:r>
              <a:rPr lang="en-US" sz="8800" dirty="0">
                <a:latin typeface="Lato" panose="020F0502020204030203" pitchFamily="34" charset="0"/>
              </a:rPr>
              <a:t>My Philosophy: Prepare to be blown away</a:t>
            </a:r>
          </a:p>
          <a:p>
            <a:pPr>
              <a:lnSpc>
                <a:spcPct val="120000"/>
              </a:lnSpc>
            </a:pPr>
            <a:r>
              <a:rPr lang="en-US" sz="5400" b="1" dirty="0">
                <a:latin typeface="Lato" panose="020F0502020204030203" pitchFamily="34" charset="0"/>
              </a:rPr>
              <a:t>my name		</a:t>
            </a:r>
            <a:r>
              <a:rPr lang="en-US" sz="5400" b="1" dirty="0">
                <a:latin typeface="Lato" panose="020F0502020204030203" pitchFamily="34" charset="0"/>
                <a:sym typeface="Wingdings" panose="05000000000000000000" pitchFamily="2" charset="2"/>
              </a:rPr>
              <a:t>		my school</a:t>
            </a:r>
          </a:p>
          <a:p>
            <a:pPr>
              <a:lnSpc>
                <a:spcPct val="120000"/>
              </a:lnSpc>
            </a:pPr>
            <a:r>
              <a:rPr lang="en-US" sz="5400" b="1" dirty="0">
                <a:latin typeface="Lato" panose="020F0502020204030203" pitchFamily="34" charset="0"/>
                <a:sym typeface="Wingdings" panose="05000000000000000000" pitchFamily="2" charset="2"/>
              </a:rPr>
              <a:t>my email address</a:t>
            </a:r>
            <a:endParaRPr lang="en-US" sz="5400" b="1" dirty="0">
              <a:latin typeface="Lato" panose="020F0502020204030203" pitchFamily="34" charset="0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B2A45192-D528-48D7-9905-D944566680AC}"/>
              </a:ext>
            </a:extLst>
          </p:cNvPr>
          <p:cNvSpPr txBox="1"/>
          <p:nvPr/>
        </p:nvSpPr>
        <p:spPr>
          <a:xfrm>
            <a:off x="1498600" y="6262826"/>
            <a:ext cx="12344400" cy="1453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column 1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The quick brown fox jumped over the lazy dog.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E228589-2599-4024-A25B-D9235086B7B3}"/>
              </a:ext>
            </a:extLst>
          </p:cNvPr>
          <p:cNvSpPr txBox="1"/>
          <p:nvPr/>
        </p:nvSpPr>
        <p:spPr>
          <a:xfrm>
            <a:off x="15646400" y="6262826"/>
            <a:ext cx="12344400" cy="1453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column 2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The quicker brown fox jumped over the lazy dog.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3C060CD-7F3B-443A-BF70-CE862A6AAF38}"/>
              </a:ext>
            </a:extLst>
          </p:cNvPr>
          <p:cNvSpPr txBox="1"/>
          <p:nvPr/>
        </p:nvSpPr>
        <p:spPr>
          <a:xfrm>
            <a:off x="29794200" y="6262826"/>
            <a:ext cx="12344400" cy="14537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column 3</a:t>
            </a:r>
          </a:p>
          <a:p>
            <a:pPr>
              <a:lnSpc>
                <a:spcPct val="150000"/>
              </a:lnSpc>
              <a:spcAft>
                <a:spcPts val="1200"/>
              </a:spcAft>
            </a:pPr>
            <a:r>
              <a:rPr lang="en-US" sz="2800" dirty="0">
                <a:latin typeface="Lato" panose="020F0502020204030203" pitchFamily="34" charset="0"/>
              </a:rPr>
              <a:t>The quickest brown fox jumped over the lazy dog.</a:t>
            </a:r>
          </a:p>
        </p:txBody>
      </p:sp>
    </p:spTree>
    <p:extLst>
      <p:ext uri="{BB962C8B-B14F-4D97-AF65-F5344CB8AC3E}">
        <p14:creationId xmlns:p14="http://schemas.microsoft.com/office/powerpoint/2010/main" val="343801686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188</TotalTime>
  <Words>56</Words>
  <Application>Microsoft Office PowerPoint</Application>
  <PresentationFormat>Custom</PresentationFormat>
  <Paragraphs>9</Paragraphs>
  <Slides>1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Lato</vt:lpstr>
      <vt:lpstr>Office Theme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Greg Johnson</dc:creator>
  <cp:lastModifiedBy>Greg Johnson</cp:lastModifiedBy>
  <cp:revision>4</cp:revision>
  <dcterms:created xsi:type="dcterms:W3CDTF">2022-02-26T19:17:48Z</dcterms:created>
  <dcterms:modified xsi:type="dcterms:W3CDTF">2025-12-29T20:07:30Z</dcterms:modified>
</cp:coreProperties>
</file>